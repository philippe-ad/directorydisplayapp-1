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" Target="slides/slide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/>
          <p:nvPr/>
        </p:nvSpPr>
        <p:spPr>
          <a:xfrm>
            <a:off x="914400" y="1371600"/>
            <a:ext cx="10363200" cy="182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fr-FR" sz="2800" b="1"/>
              <a:t>DirectoryDisplayApp</a:t>
            </a:r>
          </a:p>
          <a:p>
            <a:r>
              <a:rPr lang="fr-FR" sz="1600"/>
              <a:t>Présentation PPTX de test</a:t>
            </a:r>
          </a:p>
        </p:txBody>
      </p:sp>
    </p:spTree>
  </p:cSld>
  <p:clrMapOvr>
    <a:masterClrMapping/>
  </p:clrMapOvr>
</p:sld>
</file>